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db55efc7fc403c" /><Relationship Type="http://schemas.openxmlformats.org/officeDocument/2006/relationships/extended-properties" Target="/docProps/app.xml" Id="R0a2adf701e7749bc" /><Relationship Type="http://schemas.openxmlformats.org/officeDocument/2006/relationships/officeDocument" Target="/ppt/presentation.xml" Id="Rb525767d3e2640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eb8921910f44bf"/>
  </p:sldMasterIdLst>
  <p:notesMasterIdLst>
    <p:notesMasterId xmlns:r="http://schemas.openxmlformats.org/officeDocument/2006/relationships" r:id="Rebcb7f22d8e24f75"/>
  </p:notesMasterIdLst>
  <p:sldIdLst>
    <p:sldId xmlns:r="http://schemas.openxmlformats.org/officeDocument/2006/relationships" id="256" r:id="Rd5f731df4b224528"/>
    <p:sldId xmlns:r="http://schemas.openxmlformats.org/officeDocument/2006/relationships" id="257" r:id="R4c107d9af0094b32"/>
    <p:sldId xmlns:r="http://schemas.openxmlformats.org/officeDocument/2006/relationships" id="258" r:id="R57936b36893e4c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9b443006ce4b5d" /><Relationship Type="http://schemas.openxmlformats.org/officeDocument/2006/relationships/slideMaster" Target="/ppt/slideMasters/slideMaster1.xml" Id="R4feb8921910f44bf" /><Relationship Type="http://schemas.openxmlformats.org/officeDocument/2006/relationships/notesMaster" Target="/ppt/notesMasters/notesMaster1.xml" Id="Rebcb7f22d8e24f75" /><Relationship Type="http://schemas.openxmlformats.org/officeDocument/2006/relationships/presProps" Target="/ppt/presProps.xml" Id="Rb6cd55f8963d468f" /><Relationship Type="http://schemas.openxmlformats.org/officeDocument/2006/relationships/viewProps" Target="/ppt/viewProps.xml" Id="R76e5bbb3806c49a9" /><Relationship Type="http://schemas.openxmlformats.org/officeDocument/2006/relationships/tableStyles" Target="/ppt/tableStyles.xml" Id="R3d8f0b90e8b54384" /><Relationship Type="http://schemas.openxmlformats.org/officeDocument/2006/relationships/slide" Target="/ppt/slides/slide1.xml" Id="Rd5f731df4b224528" /><Relationship Type="http://schemas.openxmlformats.org/officeDocument/2006/relationships/slide" Target="/ppt/slides/slide2.xml" Id="R4c107d9af0094b32" /><Relationship Type="http://schemas.openxmlformats.org/officeDocument/2006/relationships/slide" Target="/ppt/slides/slide3.xml" Id="R57936b36893e4c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d1761dad2b44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2afc97e3554405" /><Relationship Type="http://schemas.openxmlformats.org/officeDocument/2006/relationships/notesMaster" Target="/ppt/notesMasters/notesMaster1.xml" Id="R9e4ba95ba1504b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71efd16a014182" /><Relationship Type="http://schemas.openxmlformats.org/officeDocument/2006/relationships/notesMaster" Target="/ppt/notesMasters/notesMaster1.xml" Id="Rbab99c93755741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7a56c17fc0492f" /><Relationship Type="http://schemas.openxmlformats.org/officeDocument/2006/relationships/notesMaster" Target="/ppt/notesMasters/notesMaster1.xml" Id="R3960ccb808a749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5e43760834e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7e1ede52484bb8" /><Relationship Type="http://schemas.openxmlformats.org/officeDocument/2006/relationships/slideLayout" Target="/ppt/slideLayouts/slideLayout1.xml" Id="R959a8550d12749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9a8550d12749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f6b9c16cc4c3c" /><Relationship Type="http://schemas.openxmlformats.org/officeDocument/2006/relationships/image" Target="/ppt/media/image.png" Id="R349f35f6f8954624" /><Relationship Type="http://schemas.openxmlformats.org/officeDocument/2006/relationships/notesSlide" Target="/ppt/notesSlides/notesSlide1.xml" Id="Rd805eca854874c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7ba544169478a" /><Relationship Type="http://schemas.openxmlformats.org/officeDocument/2006/relationships/notesSlide" Target="/ppt/notesSlides/notesSlide2.xml" Id="Rf5a1d406f5e44e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d42fdc3974fdc" /><Relationship Type="http://schemas.openxmlformats.org/officeDocument/2006/relationships/notesSlide" Target="/ppt/notesSlides/notesSlide3.xml" Id="R0a8452b2e6e1470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338768-EAC0-402B-8173-906B82A7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f35f6f8954624"/>
          <a:srcRect xmlns:a="http://schemas.openxmlformats.org/drawingml/2006/main" l="23892" t="0" r="23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0"/>
            <a:ext cx="63627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E61CF-BB94-41E5-89E8-040DA408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95E6B72-9D61-4F79-A7AF-862F8FF9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F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6BDF4E6-712A-4E09-9EEC-DD5C53DC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MEMBERS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DDBA3-9D23-43E5-AE68-ACB60257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 Engagement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F2994-CF64-4F78-B56A-9C93A87B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362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Engagement is strong overall, but</a:t>
            </a:r>
          </a:p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reporting health should stay in the</a:t>
            </a:r>
          </a:p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partner cadence.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12D3F-2C37-4867-ADA8-B46FF3D7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Partnerships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C9361-F37A-459A-8780-AD3DC3B5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As of May 31,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C58F0-37EC-4DB7-BD1E-5BA870B2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40BAB-801C-482D-9864-AC52A047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DA24D-7895-4E1F-B200-9F39DE3C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2445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Members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B7959-FD02-4277-93F3-B8595F30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7685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Organizations in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2084E-3333-485E-96C2-76FB9204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76250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69472-5CA8-43AA-8B49-57AF78E2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A3E66-E9C3-4A64-9B58-0331E5A4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445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Active CBOs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9D83C-B5E1-455E-89B3-FD1F5FC4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7685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Active this period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13BCE-BCE3-4A75-9FF9-644DF809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A191E-315B-4943-B845-B7FE9D33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769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64.2%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79971-B513-4AEA-96A6-FA324D7F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4360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Engagement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7A1B4C-A105-4B58-AD06-C41EAF42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9600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Average 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6EC8D-0702-4C51-A770-7E56A4D1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58165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2221B-D28F-4C56-A5B0-334E0BF2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769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91.9%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EDFCD6-1114-4F1D-B0AA-44F7F3A9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4360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F9FF96-13EB-4493-8C49-C1D8C315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9600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Completeness</a:t>
            </a:r>
          </a:p>
        </p:txBody>
      </p:sp>
    </p:spTree>
    <p:extLst>
      <p:ext uri="{BB962C8B-B14F-4D97-AF65-F5344CB8AC3E}">
        <p14:creationId xmlns:p14="http://schemas.microsoft.com/office/powerpoint/2010/main" val="13055578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677B12-46B7-4B8F-8C36-AFA6F79B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D5B5263-2AF2-48C0-80CD-A582E220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6515DC7-F335-436E-A977-22500AFD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MEMBERS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E3629-F5A4-4E97-997A-A6636799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Engagement is strong overall, but reporting health should stay in the partner cadence.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F102C-4150-47EF-B8CC-19422D84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4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91.9% reporting completeness and an average engagement score</a:t>
            </a:r>
          </a:p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of 64.2% across 186 member organizations.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02AA8-550A-4B9C-91AB-C534D659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Member status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C0381-2CAD-4CCE-A1F3-F873B8FD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602AD-C711-46EC-9578-2BD2E565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4590F-4A6F-47DE-99C3-55C654CD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2409C-C23A-48D9-A748-E4CC73CF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527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86 CBOs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4797A-1F7B-472F-8FCC-DFB1FEEF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F07E9-FD00-4B07-8389-D47DAA69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2427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47E0F-BCBF-4C56-B480-19B89246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24275"/>
            <a:ext cx="91705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9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B7FC6-43D3-4A5F-9CE5-8F9D6A39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671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18 CBOs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3EDC6-B407-4B5E-8AAB-D63D5554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Dormant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F8101-278B-47B8-8C94-D449FC8A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386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07374-07CF-4576-99A1-FA914C87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38625"/>
            <a:ext cx="315875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89604-516E-4436-9BDD-69B63B00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814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62 CBOs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4CCCA-E0F7-49BB-87CF-E1CEE02E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At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A986F-A99E-4364-9805-0408DF01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5297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331B5-5B31-49D5-B5B1-C4240404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52975"/>
            <a:ext cx="101895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7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61DA2-E12B-4190-8925-C47EAF82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958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20 CBOs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CD5F0F-33AF-425D-96FA-41C110B6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29146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3D3361-76A4-4BD2-AABC-5BFAB56B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Report snapshot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1C2B2-7EFA-4380-B2FA-5655B932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186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3AB7B7-4F9C-46C3-92D1-3A18CBFA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194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Members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C6BBE7-198F-441C-A16F-89BF7C42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03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Organizations in scope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A8898-C58F-49D3-9E1C-0E7C9318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86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51D441-5B79-4F27-ABED-8478DAC5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576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Active CBOs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C00C97-7419-449E-A5F6-1BBB968B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385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Active this period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CFB4CA-FF37-4825-8BAF-8EFB3812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910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64.2%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13C575-6DE0-4806-A72C-7EB95B28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Engagement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C9DF5A-C969-4E79-BABA-4A041DD3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767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Average score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01C8D9-D863-4A14-BD5C-D697A229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292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91.9%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8CD9E1-50CE-4267-98C3-EB7BFBEC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340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BECDA7-17CF-4BB2-9C0B-470E9AEB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149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Completeness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B25C79-12E6-440B-AACE-BCEDA548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41A5F7-BD72-4C55-8DFD-84F13515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GAC Impact Intelligence Dashboard - Mock report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BF24EF-26EE-4F60-9A8F-57D3ED44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56166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957D76-F68C-43F6-8249-69549CA1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1A90286-B56E-4058-B681-AAE72CBB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E26B14-BCB5-4BC0-AE5E-B47017A7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5C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15C38"/>
                </a:solidFill>
                <a:latin typeface="Aptos"/>
                <a:ea typeface="Aptos"/>
                <a:cs typeface="Aptos"/>
              </a:rPr>
              <a:t>MEMBERS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7717B-AAFF-4531-8DCB-4E777AE4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33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The mock report turns dashboard data into follow-up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A7AEA-E2F1-4FD6-9670-2BBA72E3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476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B1DA0-1448-40ED-9837-2FCB62A2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Recommended follow-ups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8F7AC-3399-40A4-B50F-48D021CB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A3E40-5744-4449-985A-022D8516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09371-F280-4F5D-9BBE-4B8B998E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Prioritize overdue reporters before the next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member newsletter.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DD8E2-70B2-4262-9C6A-A6FE4E8F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9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21A5B-B0DC-44A9-894B-06BE55F4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BD7C6-536D-47EF-91BD-3115F2E1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Use engagement score and support need together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for partner check-ins.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B3667-ECFF-4516-A305-D79F1C08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0AC90-5B5C-42AF-9B1B-D736D5ED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DB722-450C-44F9-B5B5-6F57CCC0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Separate new-member onboarding from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dormant-member reactivation.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D6167-8E5E-4E4B-9325-FD2DC1DE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4857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8CA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36070F-E4A2-473B-9FF9-E136B6A8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43100"/>
            <a:ext cx="451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Evidence to watch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6A8B0-A40B-411E-87B5-356D04FC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BAC91-09DD-4826-8269-F448818B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479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Machakos Food Security</a:t>
            </a:r>
          </a:p>
          <a:p xmlns:a="http://schemas.openxmlformats.org/drawingml/2006/main">
            <a:pPr algn="l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Collective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097CF-0E39-4CA1-83ED-F602E0B1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Kisumu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03F454-B58D-4D3A-B9AD-C455D8B6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90% engagement; current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B0F41D-E9C9-44D9-A1D1-61BDE0E6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0032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54695-6F28-4CD2-9EAD-9DE0AA6A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5747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Ngong Civic Voice</a:t>
            </a:r>
          </a:p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Network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57CE90-84C7-414E-8C5E-FCBAC907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574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Uasin Gishu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C5A39E-A3D5-4A15-B2B4-F46403D4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574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90% engagement; due soon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768AC9-C794-4D51-A589-2B6BF8AC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99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CFCB3F-F5F8-45B2-BCE5-066E9BDB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670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Mwala Local Advocacy</a:t>
            </a:r>
          </a:p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F1D3B2-5C83-4CCC-BAF3-01DDDF14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Machakos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692A86-4285-4ADA-A7B2-BAC5A379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90% engagement; current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2A4846-B2D8-44FE-B764-EE65CD84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1947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51D432-9503-4C6E-8C4B-B2D93BDE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Suna Youth Skills Hub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D8DCBB-4222-4E57-928D-804E1AD2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Migori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B11DF9-5220-46F5-83BA-624BE072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90% engagement; overdue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A8A641-53BE-41D1-B85E-2D4D3D53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290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F38F11-8513-4595-83D6-01B847E7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862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Kisumu Youth Skills Hub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44078F-0EA7-4E96-B2ED-BA3B07F1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Homa Bay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FC1591-20D8-41F5-97B0-63365FC0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89% engagement; current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3EEC0A-663D-42E5-A817-AADC2379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3575A3-B1FD-4430-B520-72F7158C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Mock deliverable: editable PPTX report generated from the dashboard's simulated data, not a CSV export.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FDF1B4-1D0F-4E52-829E-901424BC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1D405E-6E19-4406-B974-C379386E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GAC Impact Intelligence Dashboard - Mock report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094B43-FDC5-4E40-A888-9E7C0792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36351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2026-06-04T14:52:55.3750000Z</dcterms:created>
  <dcterms:modified xsi:type="dcterms:W3CDTF">2026-06-04T14:52:55.3750000Z</dcterms:modified>
</coreProperties>
</file>