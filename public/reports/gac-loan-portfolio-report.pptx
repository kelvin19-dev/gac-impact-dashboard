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db5bf1d7fe4db1" /><Relationship Type="http://schemas.openxmlformats.org/officeDocument/2006/relationships/extended-properties" Target="/docProps/app.xml" Id="R453d2d6156894eae" /><Relationship Type="http://schemas.openxmlformats.org/officeDocument/2006/relationships/officeDocument" Target="/ppt/presentation.xml" Id="R7f01386be49747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11d8723f68457b"/>
  </p:sldMasterIdLst>
  <p:notesMasterIdLst>
    <p:notesMasterId xmlns:r="http://schemas.openxmlformats.org/officeDocument/2006/relationships" r:id="R87d9db0ea3084c64"/>
  </p:notesMasterIdLst>
  <p:sldIdLst>
    <p:sldId xmlns:r="http://schemas.openxmlformats.org/officeDocument/2006/relationships" id="256" r:id="Rc6a5ee7327d54f1b"/>
    <p:sldId xmlns:r="http://schemas.openxmlformats.org/officeDocument/2006/relationships" id="257" r:id="R1d392ce5680149c0"/>
    <p:sldId xmlns:r="http://schemas.openxmlformats.org/officeDocument/2006/relationships" id="258" r:id="R65b91a0ac9d04e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0faa16c6f449a8" /><Relationship Type="http://schemas.openxmlformats.org/officeDocument/2006/relationships/slideMaster" Target="/ppt/slideMasters/slideMaster1.xml" Id="Rfd11d8723f68457b" /><Relationship Type="http://schemas.openxmlformats.org/officeDocument/2006/relationships/notesMaster" Target="/ppt/notesMasters/notesMaster1.xml" Id="R87d9db0ea3084c64" /><Relationship Type="http://schemas.openxmlformats.org/officeDocument/2006/relationships/presProps" Target="/ppt/presProps.xml" Id="R2702841f5708434d" /><Relationship Type="http://schemas.openxmlformats.org/officeDocument/2006/relationships/viewProps" Target="/ppt/viewProps.xml" Id="R4b08e61c8c2e4f13" /><Relationship Type="http://schemas.openxmlformats.org/officeDocument/2006/relationships/tableStyles" Target="/ppt/tableStyles.xml" Id="R18f525de7dec4a74" /><Relationship Type="http://schemas.openxmlformats.org/officeDocument/2006/relationships/slide" Target="/ppt/slides/slide1.xml" Id="Rc6a5ee7327d54f1b" /><Relationship Type="http://schemas.openxmlformats.org/officeDocument/2006/relationships/slide" Target="/ppt/slides/slide2.xml" Id="R1d392ce5680149c0" /><Relationship Type="http://schemas.openxmlformats.org/officeDocument/2006/relationships/slide" Target="/ppt/slides/slide3.xml" Id="R65b91a0ac9d0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d6efb5b5b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3620e337874e0f" /><Relationship Type="http://schemas.openxmlformats.org/officeDocument/2006/relationships/notesMaster" Target="/ppt/notesMasters/notesMaster1.xml" Id="R2108276689a7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a218f92e8a4280" /><Relationship Type="http://schemas.openxmlformats.org/officeDocument/2006/relationships/notesMaster" Target="/ppt/notesMasters/notesMaster1.xml" Id="Rc18b6041e3e44a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7289335234c57" /><Relationship Type="http://schemas.openxmlformats.org/officeDocument/2006/relationships/notesMaster" Target="/ppt/notesMasters/notesMaster1.xml" Id="R75fb5911f25f4b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c40c7c636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ad00038bf4cca" /><Relationship Type="http://schemas.openxmlformats.org/officeDocument/2006/relationships/slideLayout" Target="/ppt/slideLayouts/slideLayout1.xml" Id="R96b6c5a26c0940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6c5a26c0940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0b01157814277" /><Relationship Type="http://schemas.openxmlformats.org/officeDocument/2006/relationships/image" Target="/ppt/media/image.png" Id="R32e7cbadba7245ed" /><Relationship Type="http://schemas.openxmlformats.org/officeDocument/2006/relationships/notesSlide" Target="/ppt/notesSlides/notesSlide1.xml" Id="R4fa5c104ae0a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b2cf77a34435f" /><Relationship Type="http://schemas.openxmlformats.org/officeDocument/2006/relationships/notesSlide" Target="/ppt/notesSlides/notesSlide2.xml" Id="R45eab3d7ce5c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22af78aa44054" /><Relationship Type="http://schemas.openxmlformats.org/officeDocument/2006/relationships/notesSlide" Target="/ppt/notesSlides/notesSlide3.xml" Id="Rb39806be75014f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981C1-8155-465C-BBF3-A825156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7cbadba7245ed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485ED-97DE-4253-BF2B-6AEF4015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930127-6A3D-400E-9420-64350E3E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CADC61-52C5-4E4A-9278-FA46D75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LOANS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57E12-2870-413F-8ED4-2E25D47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Loan Portfolio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27CB4-DCB1-456A-AA73-34531F64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Repayment is stable, but the next 30 days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need active account management.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85910-353E-4CFB-8FCB-76F1894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1A886-B337-4EBC-AA67-A09D44F7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FA5C5-B907-4EBE-943C-73CECB6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BB794-1531-46ED-9CC4-53D3482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34.6M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3AE48-FE99-4646-A7B7-0A93EDB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Loans disbursed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282E-F362-4CE7-8B8B-5CD25D20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Principal deployed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C1FCB-5EE2-437C-8689-0769FFCA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7024B-E36C-43B9-B1AA-1E8878A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24.4M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79444-4291-4336-9E5A-2072CE15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Repaid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5B281-D08A-42A1-B507-55774390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70.5% repayment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336CC-800E-41BA-AD46-0E77D2B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BB637-CD9B-4E38-BCF1-516F61AB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10.2M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488EF-E180-4B73-B7A9-13CBFFF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Outstanding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A992F-1B0C-4665-AD45-726FC574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Open balances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621D2-D4B1-4B91-AA43-E1097DB3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4F2BC-9B22-46C7-B8A0-5F59416B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BBC10-6734-4C41-B999-13F37F7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Overdue loans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5678D-8DEE-43B4-87E5-361107E6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1 due soon</a:t>
            </a:r>
          </a:p>
        </p:txBody>
      </p:sp>
    </p:spTree>
    <p:extLst>
      <p:ext uri="{BB962C8B-B14F-4D97-AF65-F5344CB8AC3E}">
        <p14:creationId xmlns:p14="http://schemas.microsoft.com/office/powerpoint/2010/main" val="16594274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41E22-B7D0-4405-A252-4C5A29F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6125AE-CEAC-4896-8706-3B77613F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A9CB5C-894C-4061-B6EC-AF25568C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LOANS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2E6D6-FD85-4696-ACAE-AE71E4D6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Repayment is stable, but the next 30 days need active account management.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F3271-AE5C-4C36-BA8D-22EC850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Repayment is stable at 70.5%, but 6.9% of outstanding balances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(KES 700K) fall due within 30 days; schedule follow-up 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EE89A-1F85-4BB5-9B63-18B07F9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Outstanding loan aging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0C503-5ECF-4B68-9FDD-F8ECC18A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94723-8BDA-4520-8D4B-2179F852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6263D-40A7-4744-B34D-010F458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8DE04-81AE-4E8C-9F57-5092B54A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8.2M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B290B-5A4B-476C-BD82-F321A96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743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Due in 30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B0AE7-B142-486C-8C36-82D5AC4F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BEE1B-F92F-486B-A180-B185916B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3740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D049E-1F09-4374-8612-FC16E307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933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700K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36A2E-758D-42EE-A84D-7A11C802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1-30 overdue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CF8F2-D2CE-4D94-B30C-53279C49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5E78C-170E-4F4C-BBEB-4BFA0A1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18BA7-B81E-41B6-9F12-C4E4233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59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0 closed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B4E07-D328-4FCB-860F-7E140E18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0563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31-60 overdue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9758C-B9DF-4482-9A43-0CBE318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4B606-D4DB-47E3-8DA7-18D16F4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16029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E2E53-6AC2-4612-899A-83E50AE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62463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300K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A9A36-D6DF-470F-9B8D-3398438D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71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61-90 overdue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92DF4-2AAA-4463-A22E-173BA66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89673-6042-4B1A-B5E7-D38F1E0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19858-29D2-4ADA-B5C7-159E944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90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0 closed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6F600-EEBC-441B-B460-558C0C8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368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90+ overdue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EF560-C132-458E-8C58-06A7C2C9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3FA49-BD88-42FF-BE0E-D6A5D79A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53432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C04D73-0B9F-43F2-AC6A-C49943A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3558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1M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13B54-4859-49F2-9549-EB37C71A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F0233-C440-4314-90B6-FA9DECBD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0A401-F98D-494D-B634-37DDBCC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34.6M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D1AC52-E176-4370-9F28-9EFC1A67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Loans disbursed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AA9EA8-EE05-444D-B2A5-6BAD8E6C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Principal deployed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D569D6-140C-4B55-AFB3-D9464D3F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24.4M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15B61A-4779-4EE8-87C8-2C5E610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B52431-33E4-4F72-A015-72791B0F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70.5% repayment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8664D-805B-4CCD-93B9-85008CF1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10.2M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1E3F8A-C11C-4DAB-B003-BC0B18A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Outstanding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35EE97-255D-4524-A678-7B5D34D3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Open balances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EBF97B-057A-466F-A024-10845AB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A22A02-3903-400D-85E2-678BD33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Overdue loans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1BD0E3-3ACB-4EDD-8817-A64B0A40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1 due soon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2431ED-927B-4139-8F04-1A282B32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B942C1-2D5D-444A-BDAC-D5EF995C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FD0397-FD46-4996-B3D7-C867B6E1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37041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91CA6-A239-4E04-9015-01E2D353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E38F20-9B09-440F-896F-C4A90441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9B73A6-027B-4B1F-9F71-CD5EBFA0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LOANS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F6CF8-F899-43E0-89A4-6A504829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3F9FC-27FD-4C5C-A9EB-AA7DD74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DBF75-ADAB-4A28-94AF-E508A06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61372-CCDA-4D2B-8D61-1033E43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E13D4-C9AF-4FA0-BC25-8291E78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E6EB3-1319-47C9-9BD8-9902F65E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Schedule due-soon borrower outreach before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balances 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A44B8-9612-4B99-B844-A358609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2826F-41EA-48A7-B519-FDE77172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A8650-EC5E-41CE-B162-5D7787A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Separate closed accounts from outstanding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exposure in finance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C9F41-6DFA-4CCD-A810-559ACF1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EECC0-DE20-4885-961C-9F6D7A9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74C15-3CD0-4233-B746-22D90B0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Escalate overdue accounts with project-level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context attached.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5FD4A-3F7A-4945-937A-8964E79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3A590-C080-4314-915B-E9DF29D1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C1128-71E7-4621-9F4C-4E5D7DB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B8D46-C036-4981-AF16-7035FBA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62662-41B9-4CB7-8621-746142B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18 accounts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5BC04-158C-44F4-BFF2-B1E16CD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8.2M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522-C05B-495D-B4EE-A5E5F4E5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A9211-353B-49E6-B622-2EC2FDD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Due in 30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5BB39-6A7B-4BEC-A2A9-9C99DEA6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1 accounts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79A14-4A45-4DD2-A6B8-F9014CB3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700K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73377A-7691-450B-AF92-ECD59C0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3A2B2C-C465-4DE1-9727-E6629216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1-30 overdue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902A1-900A-487E-893F-B58A461F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0 accounts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49E9A-0E2E-45AF-A59D-50EF60B9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F1D4A-9CE9-4240-A87D-D9950A1C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F8A759-6DD1-4DA9-984C-1731EC7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31-60 overdue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E820B-AE1C-4FDE-896B-625AC596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1 accounts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F6346-1B93-4224-A526-E5F060B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300K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34A9A-05BE-46BE-8718-8B232BC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E4ED3-208D-4029-A2C7-8FAF29B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61-90 overdue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6F79A7-F442-482B-9FA1-39871BBF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0 accounts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F87D2C-1D3D-4FE3-A3F4-680F8AD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BDD0A0-DDB6-4DAF-9828-FB1B1C02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AE8ED-9ECE-42E3-BBD8-A91D4B4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811180-6A81-4D80-B7DB-7A28503D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1BD7F1-CE79-49C8-AC1D-0B1F17F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45B3EC-985E-4B46-9D0A-AB19D13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5128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2026-06-04T14:52:44.6230000Z</dcterms:created>
  <dcterms:modified xsi:type="dcterms:W3CDTF">2026-06-04T14:52:44.6230000Z</dcterms:modified>
</coreProperties>
</file>