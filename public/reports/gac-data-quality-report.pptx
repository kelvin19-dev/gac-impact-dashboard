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897432dc0d4e47" /><Relationship Type="http://schemas.openxmlformats.org/officeDocument/2006/relationships/extended-properties" Target="/docProps/app.xml" Id="R78809419376e41ab" /><Relationship Type="http://schemas.openxmlformats.org/officeDocument/2006/relationships/officeDocument" Target="/ppt/presentation.xml" Id="R7a90b004dafb45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de199157114ed2"/>
  </p:sldMasterIdLst>
  <p:notesMasterIdLst>
    <p:notesMasterId xmlns:r="http://schemas.openxmlformats.org/officeDocument/2006/relationships" r:id="R8c263b0520614798"/>
  </p:notesMasterIdLst>
  <p:sldIdLst>
    <p:sldId xmlns:r="http://schemas.openxmlformats.org/officeDocument/2006/relationships" id="256" r:id="Rd8000ee4471f4325"/>
    <p:sldId xmlns:r="http://schemas.openxmlformats.org/officeDocument/2006/relationships" id="257" r:id="R40a37b2f172c40a3"/>
    <p:sldId xmlns:r="http://schemas.openxmlformats.org/officeDocument/2006/relationships" id="258" r:id="R0d8f80ad4d2043f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534e77b978497c" /><Relationship Type="http://schemas.openxmlformats.org/officeDocument/2006/relationships/slideMaster" Target="/ppt/slideMasters/slideMaster1.xml" Id="R1dde199157114ed2" /><Relationship Type="http://schemas.openxmlformats.org/officeDocument/2006/relationships/notesMaster" Target="/ppt/notesMasters/notesMaster1.xml" Id="R8c263b0520614798" /><Relationship Type="http://schemas.openxmlformats.org/officeDocument/2006/relationships/presProps" Target="/ppt/presProps.xml" Id="R3b713ee35754448f" /><Relationship Type="http://schemas.openxmlformats.org/officeDocument/2006/relationships/viewProps" Target="/ppt/viewProps.xml" Id="Rff99ca579b72474c" /><Relationship Type="http://schemas.openxmlformats.org/officeDocument/2006/relationships/tableStyles" Target="/ppt/tableStyles.xml" Id="Ra264b2a114634a87" /><Relationship Type="http://schemas.openxmlformats.org/officeDocument/2006/relationships/slide" Target="/ppt/slides/slide1.xml" Id="Rd8000ee4471f4325" /><Relationship Type="http://schemas.openxmlformats.org/officeDocument/2006/relationships/slide" Target="/ppt/slides/slide2.xml" Id="R40a37b2f172c40a3" /><Relationship Type="http://schemas.openxmlformats.org/officeDocument/2006/relationships/slide" Target="/ppt/slides/slide3.xml" Id="R0d8f80ad4d2043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7dab779d624a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f2e55b76164626" /><Relationship Type="http://schemas.openxmlformats.org/officeDocument/2006/relationships/notesMaster" Target="/ppt/notesMasters/notesMaster1.xml" Id="Rbc202abd83f045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4a68d7e3b54284" /><Relationship Type="http://schemas.openxmlformats.org/officeDocument/2006/relationships/notesMaster" Target="/ppt/notesMasters/notesMaster1.xml" Id="R11d3d866c42343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74661efa644235" /><Relationship Type="http://schemas.openxmlformats.org/officeDocument/2006/relationships/notesMaster" Target="/ppt/notesMasters/notesMaster1.xml" Id="R600075da7fde4b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8acda286724d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bf762076db4214" /><Relationship Type="http://schemas.openxmlformats.org/officeDocument/2006/relationships/slideLayout" Target="/ppt/slideLayouts/slideLayout1.xml" Id="Ra6a7f419952f49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a7f419952f49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932d1e3b64ebe" /><Relationship Type="http://schemas.openxmlformats.org/officeDocument/2006/relationships/image" Target="/ppt/media/image.png" Id="R4ff85c46057a4145" /><Relationship Type="http://schemas.openxmlformats.org/officeDocument/2006/relationships/notesSlide" Target="/ppt/notesSlides/notesSlide1.xml" Id="R0de24bdb81384f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df462349e4a45" /><Relationship Type="http://schemas.openxmlformats.org/officeDocument/2006/relationships/notesSlide" Target="/ppt/notesSlides/notesSlide2.xml" Id="R9079a204a4b04a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41ee00af745ea" /><Relationship Type="http://schemas.openxmlformats.org/officeDocument/2006/relationships/notesSlide" Target="/ppt/notesSlides/notesSlide3.xml" Id="R5f489d88af07461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26D32D-19AA-4E6F-8D9F-680E7451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85c46057a4145"/>
          <a:srcRect xmlns:a="http://schemas.openxmlformats.org/drawingml/2006/main" l="23892" t="0" r="238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0"/>
            <a:ext cx="63627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C2CD9-2D18-409D-8DEE-97141482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0"/>
            <a:ext cx="9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B7B896C-CEB0-4B90-BA06-A58AA295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F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6D26D58-155F-429D-8B18-42755D9C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85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DATA QUALITY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5DAB2-B923-4B83-B64A-E8E3F954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4762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Data Quality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2D8E1-1171-49ED-9976-80EDB164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4362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EFE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EFE9"/>
                </a:solidFill>
                <a:latin typeface="Aptos"/>
                <a:ea typeface="Aptos"/>
                <a:cs typeface="Aptos"/>
              </a:rPr>
              <a:t>The dashboard is sign-off ready only after</a:t>
            </a:r>
          </a:p>
          <a:p xmlns:a="http://schemas.openxmlformats.org/drawingml/2006/main">
            <a:pPr algn="l">
              <a:defRPr sz="1500" b="0">
                <a:solidFill>
                  <a:srgbClr val="E8EFE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EFE9"/>
                </a:solidFill>
                <a:latin typeface="Aptos"/>
                <a:ea typeface="Aptos"/>
                <a:cs typeface="Aptos"/>
              </a:rPr>
              <a:t>overdue reports and flagged records are</a:t>
            </a:r>
          </a:p>
          <a:p xmlns:a="http://schemas.openxmlformats.org/drawingml/2006/main">
            <a:pPr algn="l">
              <a:defRPr sz="1500" b="0">
                <a:solidFill>
                  <a:srgbClr val="E8EFE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EFE9"/>
                </a:solidFill>
                <a:latin typeface="Aptos"/>
                <a:ea typeface="Aptos"/>
                <a:cs typeface="Aptos"/>
              </a:rPr>
              <a:t>cleared.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ECCC4-F0B6-4C72-8E53-FE5B280A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M&amp;E and data teams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87169-9913-454B-821C-1504E1DA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As of May 31,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DCF171-3EDB-4CB2-AC46-DFD5FCC6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162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A6DF2-323D-4FE4-9380-E9AF0F6F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72%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180EA-ECF7-4636-9CB6-CC0B76AB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24450"/>
            <a:ext cx="1914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Data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E9E890-F200-4A3F-A040-C156E3D1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276850"/>
            <a:ext cx="1914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Sign-off 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B865F-C924-46C1-9F8E-7BF865D7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762500"/>
            <a:ext cx="2162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D7776-785B-4038-AFEE-DF7B40E5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5775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91.9%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A3FFD6-9DF6-4CDB-A8A3-275E165B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24450"/>
            <a:ext cx="1914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Reporting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7D7CF-ECD3-48FA-9CAC-A94FB14D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76850"/>
            <a:ext cx="1914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Member completeness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AF325E-6ABE-4022-8D70-B1688C96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2162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A77D16-8C9C-4328-889B-89F570D4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7690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6752F8-C8CD-47DF-8872-AF1A164C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943600"/>
            <a:ext cx="1914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Open issues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32B5EA-6793-40C0-B1E0-78C1E8A0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96000"/>
            <a:ext cx="1914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5 total flags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2A5779-B277-4B52-9B4E-53B874C1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581650"/>
            <a:ext cx="2162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FE87BE-D4C6-40BF-82B8-2A5C41A3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7690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7DD832-8BC5-4B0C-AB8A-28E6F4FD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43600"/>
            <a:ext cx="1914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Overdue reports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4AD924-DF7B-4F30-9F82-F537E61B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96000"/>
            <a:ext cx="1914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Member records</a:t>
            </a:r>
          </a:p>
        </p:txBody>
      </p:sp>
    </p:spTree>
    <p:extLst>
      <p:ext uri="{BB962C8B-B14F-4D97-AF65-F5344CB8AC3E}">
        <p14:creationId xmlns:p14="http://schemas.microsoft.com/office/powerpoint/2010/main" val="14977242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8B72AA-3FDA-4F65-94E6-021C0FE8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F9BAF67-2C2C-45A8-8731-553C83FA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213501C-40A3-4D60-A4F5-410E8430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DATA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53316-0599-4361-90C3-E07F8F4B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The dashboard is sign-off ready only after overdue reports and flagged records are cleared.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4B91C-ED89-41D1-A57D-25A27F31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743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72% data completeness with 4 open or in-review validation</a:t>
            </a:r>
          </a:p>
          <a:p xmlns:a="http://schemas.openxmlformats.org/drawingml/2006/main">
            <a:pPr algn="l">
              <a:defRPr sz="1088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flags.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3D564-EBD9-43F9-A28F-F661EE45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Validation flags by severity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B352E-EFB2-47E5-83CA-885BACA0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B043F-2B25-4E02-8B3E-D50ED152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9925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251AF-4F4C-4D5D-AFF0-0EBE047D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9925"/>
            <a:ext cx="146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7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6DE4EF-ACD2-466B-943F-92140DD6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5277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1 flags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79203A-B26A-4FA9-B518-12EA9133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5BC1E-8CBD-47E6-B5B0-F905B686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24275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74742-803A-4070-A18A-77D11E0E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24275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7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68AD3C-305E-4A5D-982A-5CC01477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6712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3 flags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A5E737-9AAD-4018-A312-254B7991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372FF-2920-4D19-9E83-3099D544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38625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F7EAFD-0979-4664-8B5B-C11B8D9D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38625"/>
            <a:ext cx="146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FE5CBE-0F0A-4B5B-B55F-7FDF68DC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8147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1 flags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8C6D04-4AB3-4521-BD6E-5FCA5644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95450"/>
            <a:ext cx="29146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4D6573-6EA5-4EE8-81CD-A5D12F94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621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Report snapshot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2B3F8-481B-4D45-ABCE-266DD31B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146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rPr>
              <a:t>72%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6A474B-C11D-41CF-B977-00CBD6D5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19400"/>
            <a:ext cx="2362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score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795B61-7B53-4316-9F63-EB60BDA1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0037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Sign-off 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21C50A-CE82-418A-AE6E-5DE14A8F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528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rPr>
              <a:t>91.9%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9E58F7-90B7-444F-8290-D38F26DD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57600"/>
            <a:ext cx="2362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9EBA7B-9229-409B-A674-07038B11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3857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Member completeness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448024-FDB1-42D5-8F1C-63EB9BAF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910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9CACF7-36D0-47B7-BDA4-0DD090F9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95800"/>
            <a:ext cx="2362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 issues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2AC036-7027-4717-8518-FE9F52D9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7677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5 total flags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31E8F8-3A07-4983-B782-AC6B0EF5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292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EFCA36-C256-419A-A5D8-D0A93A4A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334000"/>
            <a:ext cx="2362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Overdue reports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B4D0EB-892C-4B46-9C56-58B336D8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51497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Member records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B02F53-F012-44BA-8F84-FBFE9DD3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1BA70D-62EE-44B3-AC74-E5B7F680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4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458"/>
                </a:solidFill>
                <a:latin typeface="Aptos"/>
                <a:ea typeface="Aptos"/>
                <a:cs typeface="Aptos"/>
              </a:rPr>
              <a:t>GAC Impact Intelligence Dashboard - Mock report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F49214-7A79-4DFC-B315-B4D040D7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4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45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723751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24B4BD-0844-4347-A9D5-A4A17B23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FA552E1-51E5-422A-AF22-5F330A0F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0F4944B-FB81-4D4E-B7B8-BA18DAED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15C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15C38"/>
                </a:solidFill>
                <a:latin typeface="Aptos"/>
                <a:ea typeface="Aptos"/>
                <a:cs typeface="Aptos"/>
              </a:rPr>
              <a:t>DATA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65AC4-D0E5-4593-B40E-BFAC3B30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334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The mock report turns dashboard data into follow-up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0FA1C-7890-430D-B0D2-C2CFA0F2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4767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AD8A4-1CBC-4741-A70D-AB1308FB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Recommended follow-ups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77336-B5B8-4852-9209-519BBE87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03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ECB58-9DAD-4FE8-9853-5DE4DA52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747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87DB7-A7F8-4A1A-BBD2-9FA47350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Clear high-severity records before donor or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board circulation.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2CB78-D705-4339-A1C3-BF3086B3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9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25DC67-601A-4B2E-9615-CEF74C1D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3852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EEB708-6659-41BD-A069-806078E1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Move duplicate profiles and reach verification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into the weekly close routine.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037D49-FEBD-4470-B1F9-93AC7F72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624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7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188737-A8C2-43D6-AC2F-D170CC56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957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A1997-2928-4365-8D8C-05971172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Keep the sign-off page tied to issue owner and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status.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3D80FA-546A-483D-B73C-AAEA0859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09750"/>
            <a:ext cx="48577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1"/>
          </a:solidFill>
          <a:ln xmlns:a="http://schemas.openxmlformats.org/drawingml/2006/main" w="9525">
            <a:solidFill>
              <a:srgbClr val="D8CAB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4A06F9-3D54-4069-B711-CC43A332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43100"/>
            <a:ext cx="451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Evidence to watch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E3B8DB-D3E5-4E6E-B4A6-3411C23F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9075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3F58B8-FB62-4FDA-9345-4D160696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479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Turkana Pastoralist</a:t>
            </a:r>
          </a:p>
          <a:p xmlns:a="http://schemas.openxmlformats.org/drawingml/2006/main">
            <a:pPr algn="l"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Resilience Initiative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7BC0D4-0EB1-4B74-B155-DD1A7EF4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479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Programs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9A7128-A194-4AEB-B7B3-80396F40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4790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MEDIUM - in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C70409-0927-453E-A0E8-134D6608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00325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2814FA-D26C-4285-8A1B-BBCA437F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57475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Garissa Peace and</a:t>
            </a:r>
          </a:p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Livelihoods Group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851A9D-25D3-4DC6-A59B-FE5562C8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5747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920DE9-FAD2-47C3-85ED-A2C93802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57475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HIGH - open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4B65A4-F839-43CE-910C-0D8EF059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0990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598E5C-78B5-41B3-B767-1D8CAEA1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670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Kilifi Women Enterprise</a:t>
            </a:r>
          </a:p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Forum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ABEA67-8D6D-4C4B-8293-7C486E73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670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M&amp;E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8E4A32-FC17-4358-8D23-0EBD856B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6705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MEDIUM - open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73A3B6-7BC0-4B2E-B231-90C5ED75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19475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6529BB-3887-4C62-A68C-BE042BBB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76625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Mukuru Social</a:t>
            </a:r>
          </a:p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Enterprise Network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3DFEE4-BD8B-42CB-8A26-09170AB8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7662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Partnerships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F484D0-B05E-4937-AA5F-416894F4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76625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LOW - resolved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1FE957-B2BA-423E-AFE4-B3E12A0D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2905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099483-021C-4A9D-A588-968578AD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862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County upload 2026-05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91C25E-9922-4B79-8595-2923F697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862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BAC83D-27C2-4F82-9C15-9CE4C4F2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MEDIUM - open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038E92-7809-4EAC-B999-A53BD94D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5F3196-3F10-4766-BBE2-42C0F923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Mock deliverable: editable PPTX report generated from the dashboard's simulated data, not a CSV export.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C63458-056B-4B66-AFAD-546EF385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14B9CA-973C-4BB6-AD2F-A4CCECE1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4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458"/>
                </a:solidFill>
                <a:latin typeface="Aptos"/>
                <a:ea typeface="Aptos"/>
                <a:cs typeface="Aptos"/>
              </a:rPr>
              <a:t>GAC Impact Intelligence Dashboard - Mock report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051A9A-5645-4F88-9E72-3EABBB19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4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45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296039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2026-06-04T14:53:06.0860000Z</dcterms:created>
  <dcterms:modified xsi:type="dcterms:W3CDTF">2026-06-04T14:53:06.0860000Z</dcterms:modified>
</coreProperties>
</file>