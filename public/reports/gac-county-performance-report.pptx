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ce4c3360d147de" /><Relationship Type="http://schemas.openxmlformats.org/officeDocument/2006/relationships/extended-properties" Target="/docProps/app.xml" Id="R0740486fc5954a75" /><Relationship Type="http://schemas.openxmlformats.org/officeDocument/2006/relationships/officeDocument" Target="/ppt/presentation.xml" Id="Rcfd0472c9b9249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043b9b98684f9c"/>
  </p:sldMasterIdLst>
  <p:notesMasterIdLst>
    <p:notesMasterId xmlns:r="http://schemas.openxmlformats.org/officeDocument/2006/relationships" r:id="Ree5b4a088ddb4fd2"/>
  </p:notesMasterIdLst>
  <p:sldIdLst>
    <p:sldId xmlns:r="http://schemas.openxmlformats.org/officeDocument/2006/relationships" id="256" r:id="Rb371bba288424afc"/>
    <p:sldId xmlns:r="http://schemas.openxmlformats.org/officeDocument/2006/relationships" id="257" r:id="Rab885f58e8f24bd8"/>
    <p:sldId xmlns:r="http://schemas.openxmlformats.org/officeDocument/2006/relationships" id="258" r:id="Rf47734e8e8ca446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3c076230044a71" /><Relationship Type="http://schemas.openxmlformats.org/officeDocument/2006/relationships/slideMaster" Target="/ppt/slideMasters/slideMaster1.xml" Id="R46043b9b98684f9c" /><Relationship Type="http://schemas.openxmlformats.org/officeDocument/2006/relationships/notesMaster" Target="/ppt/notesMasters/notesMaster1.xml" Id="Ree5b4a088ddb4fd2" /><Relationship Type="http://schemas.openxmlformats.org/officeDocument/2006/relationships/presProps" Target="/ppt/presProps.xml" Id="Rb0c26bc554d24f25" /><Relationship Type="http://schemas.openxmlformats.org/officeDocument/2006/relationships/viewProps" Target="/ppt/viewProps.xml" Id="Rf0dbbb7bdf354889" /><Relationship Type="http://schemas.openxmlformats.org/officeDocument/2006/relationships/tableStyles" Target="/ppt/tableStyles.xml" Id="Rb0319053136341a0" /><Relationship Type="http://schemas.openxmlformats.org/officeDocument/2006/relationships/slide" Target="/ppt/slides/slide1.xml" Id="Rb371bba288424afc" /><Relationship Type="http://schemas.openxmlformats.org/officeDocument/2006/relationships/slide" Target="/ppt/slides/slide2.xml" Id="Rab885f58e8f24bd8" /><Relationship Type="http://schemas.openxmlformats.org/officeDocument/2006/relationships/slide" Target="/ppt/slides/slide3.xml" Id="Rf47734e8e8ca44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1935a6869844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0f17936f2d4432" /><Relationship Type="http://schemas.openxmlformats.org/officeDocument/2006/relationships/notesMaster" Target="/ppt/notesMasters/notesMaster1.xml" Id="Rf9bb450d717649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17ecc48a014c7f" /><Relationship Type="http://schemas.openxmlformats.org/officeDocument/2006/relationships/notesMaster" Target="/ppt/notesMasters/notesMaster1.xml" Id="R70afaa00b1a342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9a6fc63dda4cbc" /><Relationship Type="http://schemas.openxmlformats.org/officeDocument/2006/relationships/notesMaster" Target="/ppt/notesMasters/notesMaster1.xml" Id="R696e008a9e5343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346c6b7d441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7fb1ba877141f5" /><Relationship Type="http://schemas.openxmlformats.org/officeDocument/2006/relationships/slideLayout" Target="/ppt/slideLayouts/slideLayout1.xml" Id="R52a91c715a9647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a91c715a9647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6c99e035c4954" /><Relationship Type="http://schemas.openxmlformats.org/officeDocument/2006/relationships/image" Target="/ppt/media/image.png" Id="R1819e258c19c4300" /><Relationship Type="http://schemas.openxmlformats.org/officeDocument/2006/relationships/notesSlide" Target="/ppt/notesSlides/notesSlide1.xml" Id="Rc1754d33ffaf47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7775203094ed0" /><Relationship Type="http://schemas.openxmlformats.org/officeDocument/2006/relationships/notesSlide" Target="/ppt/notesSlides/notesSlide2.xml" Id="R2f62c67376364f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f9fb13b884bb2" /><Relationship Type="http://schemas.openxmlformats.org/officeDocument/2006/relationships/notesSlide" Target="/ppt/notesSlides/notesSlide3.xml" Id="R4af392751ae145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A1FB06-EC97-4842-ACE8-CCB96AC4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9e258c19c4300"/>
          <a:srcRect xmlns:a="http://schemas.openxmlformats.org/drawingml/2006/main" l="23892" t="0" r="238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0"/>
            <a:ext cx="63627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852F8-E771-42B0-860A-CAF4B37F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AB647C4-2C99-404D-BDEA-657619C5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F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DA8E3BC-8A64-44E6-A7EA-17C9A2A1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COUNTY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A8828-6915-4C18-A610-C3684942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County Performance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66F48-D946-4B9F-A8EE-E8D8595F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4362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EF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FE9"/>
                </a:solidFill>
                <a:latin typeface="Aptos"/>
                <a:ea typeface="Aptos"/>
                <a:cs typeface="Aptos"/>
              </a:rPr>
              <a:t>Regional reach is broad, with the next</a:t>
            </a:r>
          </a:p>
          <a:p xmlns:a="http://schemas.openxmlformats.org/drawingml/2006/main">
            <a:pPr algn="l">
              <a:defRPr sz="1500" b="0">
                <a:solidFill>
                  <a:srgbClr val="E8EF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FE9"/>
                </a:solidFill>
                <a:latin typeface="Aptos"/>
                <a:ea typeface="Aptos"/>
                <a:cs typeface="Aptos"/>
              </a:rPr>
              <a:t>operating lift in counties carrying</a:t>
            </a:r>
          </a:p>
          <a:p xmlns:a="http://schemas.openxmlformats.org/drawingml/2006/main">
            <a:pPr algn="l">
              <a:defRPr sz="1500" b="0">
                <a:solidFill>
                  <a:srgbClr val="E8EF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FE9"/>
                </a:solidFill>
                <a:latin typeface="Aptos"/>
                <a:ea typeface="Aptos"/>
                <a:cs typeface="Aptos"/>
              </a:rPr>
              <a:t>follow-up flags.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E8E2C-C22F-4683-8CA9-393BB174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County and regional teams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1ECBB-D806-4E00-8CF6-5955FF61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As of May 31,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2F530-F576-4DBD-AE03-B2C7231B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77315-F84D-4BF1-9CE2-D2EB16C2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F7C80-D25E-4711-A968-5143FB09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2445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Active counties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A3C8E-01C2-46D2-8927-CF68BBEA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7685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Counties with active projects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728F2-4B19-4345-A772-21984EB7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76250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AF555-19B9-4A33-B572-DF7E0B09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9C1DE-9B98-4DA9-9F77-81D65095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2445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Active CBOs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4E2E3-188D-4E55-A6EE-3B70BC09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7685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Reporting members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FACAD-826A-426F-AC67-1E2E029E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257DA-DF65-401F-BEEA-60A66F89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7690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Northern Kenya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C91F4B-0BEE-4225-968C-A9F9EFD8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4360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Leading region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929F96-3031-4BBB-80BE-E2BDD583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9600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38K reached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CA8638-F0FE-4E81-AA6A-F20D4F2D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58165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F3FFE-2519-4A26-9545-396360FF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7690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02B88B-7685-466B-A4CE-493544F5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4360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Risk flags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E2FED8-8CB2-4CD4-BBD0-66A1D82C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9600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Project follow-ups</a:t>
            </a:r>
          </a:p>
        </p:txBody>
      </p:sp>
    </p:spTree>
    <p:extLst>
      <p:ext uri="{BB962C8B-B14F-4D97-AF65-F5344CB8AC3E}">
        <p14:creationId xmlns:p14="http://schemas.microsoft.com/office/powerpoint/2010/main" val="4534238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10DAED-18C3-4601-B8A2-14483A2F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020313C-6803-42E8-BC23-F80C2C64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71D749-5102-4896-930A-FA20A9A0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COUNTY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0E604-22D7-45E7-A192-0F44ADEC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Regional reach is broad, with the next operating lift in counties carrying follow-up flags.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D009F-7B28-427E-A60A-E5BF844D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4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Northern Kenya leads on reach with 38K people across 8 active</a:t>
            </a:r>
          </a:p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projects; Northern Kenya has the most follow-up flags (2).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0A0E5-F1CA-455A-8C18-A59BAE96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People reached by region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6CFAF-EA7C-4AB8-A0D0-8DCC4573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Northern Kenya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717B4-9CF8-4A9F-8F34-488EC8EE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992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60546-3773-4723-83A1-2A7961FF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992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6BF55-81D5-4865-BB97-45DD548B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527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38K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12CAC-6497-4602-A1FC-B98F4B4A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7438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Coast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EDBDE-F630-4627-8A7C-86A7D95E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46488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A6551-E1FF-49EB-8E91-F1DCD5DA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46488"/>
            <a:ext cx="391293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9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A82A6-7EC8-46A7-9609-B6B55D4B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89338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34K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5F49F-784B-47EE-87A8-88CEA01F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40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Rift Valley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1F3D3-23D0-42F1-AD82-42230B40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830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34013-F6D8-4437-B4A2-E129206F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83050"/>
            <a:ext cx="382968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7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4B2495-385F-4C45-84B8-65E6C788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2590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33K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88760-A657-43E1-B818-5289B14C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0563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Central Kenya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F43418-3FB1-4ABE-8485-1B65893F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19613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57F4AA-E8DD-488F-8FF3-C579261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19613"/>
            <a:ext cx="280999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F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C22D6-39D5-4594-B3A1-2297DEAA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62463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24K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5E9B0E-B5B9-4A25-B383-9F29928D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712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Nairobi Metro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3557E8-A868-4DCC-AFF9-9EB80388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5617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60C02A-1156-43BA-80D4-13510A0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56175"/>
            <a:ext cx="197355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91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C39868-6626-47FF-8529-A5B2C52F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990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17K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7A4D56-6A71-44CD-85D7-CD0DEF37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3688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Western Kenya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5EF32C-C2BF-46A3-886C-591CE745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92738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0ACD8F-8875-422E-8FD5-5FEA4201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92738"/>
            <a:ext cx="167218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CB9671-2EFF-4471-BEC2-0F63A1F7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35588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14K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200214-9379-4FB3-B98C-55BFEEAE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95450"/>
            <a:ext cx="29146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8CD017-AEBE-474D-BFE5-B9DDD8E2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621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Report snapshot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32CC40-83FE-469C-80CB-0EC1C203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228ACC-6D0E-4090-9976-D8973766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194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Active counties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37CD95-65CE-45F5-BFD7-13DB85DA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003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Counties with active projects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740B87-7699-4112-B173-8AB016BA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86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FA5A00-4F66-4AA7-8990-8F4B5F3F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576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Active CBOs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7CB8A5-9626-4E67-A6C0-42A347B7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385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Reporting members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C30F29-6F1A-4821-AD69-B98AD6D7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910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Northern Kenya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A17B0C-122C-43F8-808D-463917D1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Leading region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FA5D3A-F860-47EF-8BF5-72DA114E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767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38K reached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7F988E-6BF7-407C-A4F1-BCF61CD1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292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A8A1F5-A164-4608-8677-883947D1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340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 flags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093077-1120-4158-BD60-3BDD12D3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149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Project follow-ups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ABFB46-5857-4A6F-9A35-4F4B68AD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706CAA-2F26-4F9B-8831-48FDCD8B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GAC Impact Intelligence Dashboard - Mock report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EAE337-69B8-4379-AFEF-7FB263FA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077770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0BB1FC-E854-4639-B0A4-158D9F9E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2C16A9C-1381-4139-B624-8B41D516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4D191FD-D0E2-468C-957F-D8B25485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5C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15C38"/>
                </a:solidFill>
                <a:latin typeface="Aptos"/>
                <a:ea typeface="Aptos"/>
                <a:cs typeface="Aptos"/>
              </a:rPr>
              <a:t>COUNTY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F3BFA-C984-4FB3-8CBF-BB80D67A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334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The mock report turns dashboard data into follow-up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148AB-E522-425A-B1A3-A7295380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476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796EB-EBFA-4B5E-9724-73C4B10E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Recommended follow-ups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F834B-C0B4-4877-BFEA-FEA4C2E5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05DD4-81B7-4DED-A21E-B39F8EFB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23857-54C3-4170-8F22-9B4CD94A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Review the highest-risk region in the next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county coordination meeting.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853D8-3714-4284-BF5E-FA3FC078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9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D4979-BA16-48C2-849E-31479562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253BC-A5A0-4547-ABBE-5570DA84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Use regional summary rows to match support needs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to field capacity.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4E1FF-5DED-4E18-8198-BCD61544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7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569B9-FC7E-4D01-8E33-4B28E254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955D6-5474-45E6-93B4-59B8373D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Keep county-level reporting cadence visible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before close.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AA999-C428-42C7-8E82-7F180D3A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4857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1"/>
          </a:solidFill>
          <a:ln xmlns:a="http://schemas.openxmlformats.org/drawingml/2006/main" w="9525">
            <a:solidFill>
              <a:srgbClr val="D8CA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B2415-BD8D-4DCC-BC0D-49C2C56D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43100"/>
            <a:ext cx="451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Evidence to watch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B1A64-15E7-4001-A072-31965A8A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E199F-3F53-4FEE-86FD-8C8E903C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479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Northern Kenya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CBB02-6E39-429F-B849-17522AD5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8 projects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9B6F8-CBAC-4179-B3CA-C65C1E8F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479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38K reached; 2 risk flags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9CD875-7383-4F21-A438-39ABB60F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0032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7FAB33-122A-4DDA-94D9-87A2024E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5747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Coast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9C1153-5543-4BE3-8DF4-10389D82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574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8 projects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520F42-3B2A-4F1F-91AF-42E5E06C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5747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34K reached; 2 risk flags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4F8E81-EA8F-4B27-B62C-55AF72E0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099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D8DC01-1736-48BC-9ED0-757301D4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670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Rift Valley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611B18-2EE5-4C46-9F92-3F4201AA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670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8 projects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7DA8E8-477F-47D8-8FFD-128D2405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33K reached; 1 risk flags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DA3691-205A-4A67-8856-D48F2C6B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1947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7A6996-6F22-43C7-AECF-6DD3A48A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7662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Central Kenya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98AC3C-2D89-475D-A975-2AE848E4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4 projects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765854-400F-481E-B35B-FA7B7155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7662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24K reached; 0 risk flags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1F6799-D77A-4280-B2E0-8A13641C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290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1F56E7-953C-48B9-BECF-86113341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862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Nairobi Metro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53F75B-EEC1-4E40-AB07-9B7A7A42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5 projects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ED27F9-7324-463C-A946-B6D50F7E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17K reached; 0 risk flags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D65C6E-9DF8-4CC6-8A7C-62BC5A14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DB1C03-B6CD-4E10-B888-50DDF243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Mock deliverable: editable PPTX report generated from the dashboard's simulated data, not a CSV export.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792622-02BA-4672-AC42-93E3BBB3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5C1781-F085-424D-BEB8-96EADE95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GAC Impact Intelligence Dashboard - Mock report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084B8F-0F4B-44A4-A83D-8F98B52C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4989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2026-06-04T14:52:23.1980000Z</dcterms:created>
  <dcterms:modified xsi:type="dcterms:W3CDTF">2026-06-04T14:52:23.1980000Z</dcterms:modified>
</coreProperties>
</file>